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52d6706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652d6706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652d6706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652d6706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652d6706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652d6706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652d6706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652d6706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652d6706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652d6706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652d6706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652d6706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652d6706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652d6706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73900" y="583850"/>
            <a:ext cx="8971500" cy="3948000"/>
          </a:xfrm>
          <a:prstGeom prst="rect">
            <a:avLst/>
          </a:prstGeom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hyperlink" Target="https://github.com/SchoolCodeMumladze/Semenenko_Multifunctional_Calculator" TargetMode="External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66500"/>
            <a:ext cx="22539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00"/>
              <a:t>1.Знакомство</a:t>
            </a:r>
            <a:endParaRPr sz="24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03425" y="554250"/>
            <a:ext cx="8572500" cy="255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Меня зовут </a:t>
            </a:r>
            <a:r>
              <a:rPr b="1" lang="ru" sz="2400"/>
              <a:t>Семененко Савелий Витальевич</a:t>
            </a:r>
            <a:r>
              <a:rPr lang="ru" sz="2400"/>
              <a:t>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Я разрабатываю проект с незамудрёным названием -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/>
              <a:t>Многофункциональный Калькулятор</a:t>
            </a:r>
            <a:r>
              <a:rPr lang="ru" sz="2400"/>
              <a:t>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Мне 12 лет.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73900" y="-44350"/>
            <a:ext cx="8758500" cy="6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2. Цели проекта</a:t>
            </a:r>
            <a:endParaRPr sz="24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0450" y="525825"/>
            <a:ext cx="8971500" cy="23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 проекта - собрать как можно больше различных математических (и не только) функций в одной программе, продемонстрировать возможности </a:t>
            </a:r>
            <a:r>
              <a:rPr b="1" lang="ru"/>
              <a:t>Python</a:t>
            </a:r>
            <a:r>
              <a:rPr lang="ru"/>
              <a:t> для работы с числами и текстом.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 этим </a:t>
            </a:r>
            <a:r>
              <a:rPr b="1" lang="ru"/>
              <a:t>Многофункциональный Калькулятор</a:t>
            </a:r>
            <a:r>
              <a:rPr lang="ru"/>
              <a:t> без труда справляется.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Программа может применяться в самых различных случаях - от решения части школьного домашнего задания до помощи в работе взрослых.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0" y="0"/>
            <a:ext cx="8520600" cy="5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3. Python и Многофункциональный Калькулятор</a:t>
            </a:r>
            <a:endParaRPr sz="18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5025" y="506725"/>
            <a:ext cx="8971500" cy="3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создания функций в коде без “каши” были использованы функции </a:t>
            </a:r>
            <a:r>
              <a:rPr b="1" lang="ru"/>
              <a:t>Python</a:t>
            </a:r>
            <a:r>
              <a:rPr lang="ru"/>
              <a:t> </a:t>
            </a:r>
            <a:r>
              <a:rPr b="1" lang="ru"/>
              <a:t>def()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Через запрос порядкового номера, </a:t>
            </a:r>
            <a:r>
              <a:rPr lang="ru"/>
              <a:t>пользователь</a:t>
            </a:r>
            <a:r>
              <a:rPr lang="ru"/>
              <a:t> вызывает нужную ему функцию.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Одна функция может выполнять </a:t>
            </a:r>
            <a:r>
              <a:rPr lang="ru"/>
              <a:t>множество</a:t>
            </a:r>
            <a:r>
              <a:rPr lang="ru"/>
              <a:t> различных математических (и не только) операций. Чтобы не “лепить” внутрь def() другие def(), эти операции выполнены в основной функции через операторы if.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Также используется множество проверо</a:t>
            </a:r>
            <a:r>
              <a:rPr lang="ru"/>
              <a:t>к на то, является ли ввод пользователя верным, так как неверный может сломать всю пр</a:t>
            </a:r>
            <a:r>
              <a:rPr lang="ru"/>
              <a:t>ограмму! Эти проверки делаются через операторы </a:t>
            </a:r>
            <a:r>
              <a:rPr b="1" lang="ru"/>
              <a:t>if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В самих функциях используются самые различные инструменты </a:t>
            </a:r>
            <a:r>
              <a:rPr b="1" lang="ru"/>
              <a:t>Python</a:t>
            </a:r>
            <a:r>
              <a:rPr lang="ru"/>
              <a:t>, усвоенные в процессе обучения в </a:t>
            </a:r>
            <a:r>
              <a:rPr b="1" lang="ru"/>
              <a:t>Школе::Кода</a:t>
            </a:r>
            <a:r>
              <a:rPr lang="ru"/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0" y="0"/>
            <a:ext cx="8832300" cy="4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4. Примеры кода программы.</a:t>
            </a:r>
            <a:endParaRPr sz="180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73900" y="583850"/>
            <a:ext cx="8971500" cy="2611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75" y="498000"/>
            <a:ext cx="2902899" cy="350402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2871188" y="498000"/>
            <a:ext cx="415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</a:rPr>
              <a:t>Функция Операции с числами (1). Через if/elif выполняются различные операции.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5050" y="1132663"/>
            <a:ext cx="3599725" cy="3696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6591950" y="1051325"/>
            <a:ext cx="255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</a:rPr>
              <a:t>Функция Вычисление длины строки (5), самая простая в проекте.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66801" y="1644375"/>
            <a:ext cx="3959700" cy="296399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7026500" y="1644375"/>
            <a:ext cx="2054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</a:rPr>
              <a:t>Функция Операции с дробями (13). Является самой большой в проекте, занимает 40 строк.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5. Работа программы на практике.</a:t>
            </a:r>
            <a:endParaRPr sz="1800"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 flipH="1">
            <a:off x="45300" y="483375"/>
            <a:ext cx="9053400" cy="20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Рассмотрим работу программы на примере функции Операции с числами (1).</a:t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2387800" y="942225"/>
            <a:ext cx="4242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</a:rPr>
              <a:t>Сначала программа запрашивает у пользователя функцию, на нашем примере - это 1.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</a:rPr>
              <a:t>Потом она запрашивает 2 значения - числа, с которыми позже будем работать. На нашем примере это 3,4 и 5,5. Обратите внимание, что ввод десятичных чисел не через точку, а через запятую, но ошибки нет.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</a:rPr>
              <a:t>Потом программа запрашивает саму операцию. На нашем примере - это 1 (Сложение). 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</a:rPr>
              <a:t>Далее программа делает вывод - 3.4+5.5=8.9.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27700"/>
            <a:ext cx="2342500" cy="406452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2380450" y="2512125"/>
            <a:ext cx="2511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solidFill>
                  <a:schemeClr val="dk2"/>
                </a:solidFill>
              </a:rPr>
              <a:t>Простите за то что получилось сплюснуто, по другому никак.</a:t>
            </a:r>
            <a:endParaRPr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43275" y="-36075"/>
            <a:ext cx="87891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6. Проблемы при разработке.</a:t>
            </a:r>
            <a:endParaRPr sz="1800"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73900" y="490550"/>
            <a:ext cx="8971500" cy="3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 разработке проекта я столкнулся с большим количеством </a:t>
            </a:r>
            <a:r>
              <a:rPr b="1" lang="ru"/>
              <a:t>проблем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Например, было много таких случаев: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Вроде бы программа написана хорошо, но вывод не происходит. Это была самая частая проблема при разработке. Чтобы найти ошибку, я использовал промежуточные выводы. Ставил </a:t>
            </a:r>
            <a:r>
              <a:rPr b="1" lang="ru"/>
              <a:t>print </a:t>
            </a:r>
            <a:r>
              <a:rPr lang="ru"/>
              <a:t>в проблемном месте, если он ничег</a:t>
            </a:r>
            <a:r>
              <a:rPr lang="ru"/>
              <a:t>о не</a:t>
            </a:r>
            <a:r>
              <a:rPr lang="ru"/>
              <a:t> выводит, значит эта часть программы не запускается, а если выводит - значит проблема в другом месте.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Проект сам по себе очень большой и уследить за всем бывает сложно. Например, ещё одна частая проблема - расчёты проводятся верно, но вывод вообще не тот. Обычно у меня это происходило из-за того, что я просто путал переменные или в расчётах, или в выводе. С этим тоже помогали справиться промежуточные выводы.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7550" y="11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7. Дальнейшее развитие программы.</a:t>
            </a:r>
            <a:endParaRPr sz="1800"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7550" y="490550"/>
            <a:ext cx="9007800" cy="19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Программу можно развивать до бесконечности - добавлять новые функции и дорабатывать существующие, например, доработать функцию </a:t>
            </a:r>
            <a:r>
              <a:rPr b="1" lang="ru"/>
              <a:t>Чисел Фибоначчи</a:t>
            </a:r>
            <a:r>
              <a:rPr lang="ru"/>
              <a:t> (19) и т.д., но я считаю, что сейчас программа является завершённой промежуточной версией, и пользоваться ей - одно удовольствие.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Но всё равно программа будет развиваться дальше.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0" y="0"/>
            <a:ext cx="8832300" cy="1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8. Спасибо за внимание.</a:t>
            </a:r>
            <a:endParaRPr sz="1800"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73900" y="562675"/>
            <a:ext cx="8971500" cy="33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Презентация подошла к концу.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https://github.com/SchoolCodeMumladze/Semenenko_Multifunctional_Calculator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Репозиторий на </a:t>
            </a:r>
            <a:r>
              <a:rPr b="1" lang="ru"/>
              <a:t>GitHub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0" title="qr-cod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5025" y="1435550"/>
            <a:ext cx="2366151" cy="236615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3787300" y="2423875"/>
            <a:ext cx="297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2"/>
                </a:solidFill>
              </a:rPr>
              <a:t>QR-код</a:t>
            </a:r>
            <a:r>
              <a:rPr lang="ru" sz="1800">
                <a:solidFill>
                  <a:schemeClr val="dk2"/>
                </a:solidFill>
              </a:rPr>
              <a:t> на репозиторий -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