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52d6706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52d6706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52d6706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52d6706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652d670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652d670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652d6706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652d6706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52d6706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52d6706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52d6706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52d6706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52d6706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52d6706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3900" y="583850"/>
            <a:ext cx="8971500" cy="3948000"/>
          </a:xfrm>
          <a:prstGeom prst="rect">
            <a:avLst/>
          </a:prstGeom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github.com/SchoolCodeMumladze/Semenenko_Multifunctional_Calculator" TargetMode="External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66500"/>
            <a:ext cx="22539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00"/>
              <a:t>1.Знакомство</a:t>
            </a:r>
            <a:endParaRPr sz="2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03425" y="554250"/>
            <a:ext cx="8572500" cy="255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Меня зовут Семененко Савелий Витальевич.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Я разрабатываю проект с незамудрёным названием -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Многофункциональный Калькулятор.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Мне 12 лет.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73900" y="-44350"/>
            <a:ext cx="8758500" cy="6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2. Цели проекта</a:t>
            </a:r>
            <a:endParaRPr sz="24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0450" y="525825"/>
            <a:ext cx="8971500" cy="23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проекта - собрать как можно больше различных математических (и не только) функций в одной программе, продемонстрировать возможности Python для работы с числами и текстом.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 этим Многофункциональный Калькулятор без труда справляется.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Программа может применяться в самых различных случаях - от решения части школьного домашнего задания до помощи в работе взрослых.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0" y="0"/>
            <a:ext cx="8520600" cy="5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3. Python и Многофункциональный Калькулятор</a:t>
            </a:r>
            <a:endParaRPr sz="18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025" y="506725"/>
            <a:ext cx="8971500" cy="3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создания функций в коде без “каши” были использованы функции Python def().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Через запрос порядкового номера, пользователь вызывает нужную ему функцию.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Одна функция может выполнять множество различных математических (и не только) операций. Чтобы не “лепить” внутрь def() другие def(), эти операции выполнены в основной функции через операторы if.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Также используется множество проверок на то, является ли ввод пользователя верным, так как неверный может сломать всю программу! Эти проверки делаются через операторы if.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 самих функциях используются самые различные инструменты Python, усвоенные в процессе обучения в Школе::Кода.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0" y="0"/>
            <a:ext cx="8832300" cy="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4. Примеры кода программы.</a:t>
            </a:r>
            <a:endParaRPr sz="18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73900" y="583850"/>
            <a:ext cx="8971500" cy="2611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75" y="498000"/>
            <a:ext cx="2902899" cy="35040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871188" y="498000"/>
            <a:ext cx="415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Функция Операции с числами (1). Через if/elif выполняются различные операции.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5050" y="1132663"/>
            <a:ext cx="3599725" cy="3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6591950" y="1051325"/>
            <a:ext cx="255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Функция Вычисление длины строки (5), самая простая в проекте.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6801" y="1644375"/>
            <a:ext cx="3959700" cy="29639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7026500" y="1644375"/>
            <a:ext cx="205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Функция Операции с дробями (13). Является самой большой в проекте, занимает 40 строк.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5. Работа программы на практике.</a:t>
            </a:r>
            <a:endParaRPr sz="180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 flipH="1">
            <a:off x="45300" y="483375"/>
            <a:ext cx="9053400" cy="20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Рассмотрим работу программы на примере функции Операции с числами (1).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2387800" y="942225"/>
            <a:ext cx="4242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Сначала программа запрашивает у пользователя функцию, на нашем примере - это 1.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Потом она запрашивает 2 значения - числа, с которыми позже будем работать. На нашем примере это 3,4 и 5,5. Обратите внимание, что ввод десятичных чисел не через точку, а через запятую, но ошибки нет.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Потом программа запрашивает саму операцию. На нашем примере - это 1 (Сложение).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Далее программа делает вывод - 3.4+5.5=8.9.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00" y="865675"/>
            <a:ext cx="2351700" cy="41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43275" y="-36075"/>
            <a:ext cx="87891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6. Проблемы при разработке.</a:t>
            </a:r>
            <a:endParaRPr sz="1800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73900" y="490550"/>
            <a:ext cx="8971500" cy="3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 разработке проекта я столкнулся с большим количеством проблем.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Например, было много таких случаев: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Вроде бы программа написана хорошо, но вывод не происходит. Это была самая частая проблема при разработке. Чтобы найти ошибку, я использовал промежуточные выводы. Ставил </a:t>
            </a:r>
            <a:r>
              <a:rPr b="1" lang="ru"/>
              <a:t>print </a:t>
            </a:r>
            <a:r>
              <a:rPr lang="ru"/>
              <a:t>в проблемном месте, если он ничег</a:t>
            </a:r>
            <a:r>
              <a:rPr lang="ru"/>
              <a:t>о не</a:t>
            </a:r>
            <a:r>
              <a:rPr lang="ru"/>
              <a:t> выводит, значит эта часть программы не запускается, а если выводит - значит проблема в другом месте.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Проект сам по себе очень большой и уследить за всем бывает сложно. Например, ещё одна частая проблема - расчёты проводятся верно, но вывод вообще не тот. Обычно у меня это происходило из-за того, что я просто путал переменные или в расчётах, или в выводе. С этим тоже помогали справиться промежуточные выводы.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7550" y="11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7. Дальнейшее развитие программы.</a:t>
            </a:r>
            <a:endParaRPr sz="1800"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7550" y="490550"/>
            <a:ext cx="9007800" cy="19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Программу можно развивать до бесконечности - добавлять новые функции и дорабатывать существующие, например, доработать функцию Чисел Фибоначчи (20) и т.д., но я считаю, что сейчас программа является завершённой промежуточной версией, и пользоваться ей - одно удовольствие.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Но всё равно программа будет развиваться дальше.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0" y="0"/>
            <a:ext cx="88323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8. Спасибо за внимание.</a:t>
            </a:r>
            <a:endParaRPr sz="1800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73900" y="562675"/>
            <a:ext cx="8971500" cy="3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Презентация подошла к концу.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https://github.com/SchoolCodeMumladze/Semenenko_Multifunctional_Calculator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Репозиторий на GitHub.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 title="qr-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5025" y="1435550"/>
            <a:ext cx="2366151" cy="2366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3787300" y="2423875"/>
            <a:ext cx="297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QR-код на репозиторий -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